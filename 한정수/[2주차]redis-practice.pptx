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188720"/>
            <a:ext cx="548640" cy="0"/>
          </a:xfrm>
          <a:prstGeom prst="line">
            <a:avLst/>
          </a:prstGeom>
          <a:noFill/>
          <a:ln w="38100">
            <a:solidFill>
              <a:srgbClr val="DC3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개발자를 위한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 실습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설치부터 환경 구성, 기본 명령어까지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36576" cy="4572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4315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정수 · Backend Developer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36576" cy="4572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4114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4315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Install &amp; Configuration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다룰 내용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 준비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8836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설치로 윈도우에서 리눅스 환경 구축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371600" y="2304288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25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 설치 &amp; 실행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25420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저장소 등록 후 apt를 통한 설치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1371600" y="2962656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2916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환경 구성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maxclients · THP · overcommit · backlog 튜닝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52958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371600" y="3621024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4480" y="35753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redis.conf 주요 파라미터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8587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· bind · protected-mode · daemonize 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1879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371600" y="4279392"/>
            <a:ext cx="0" cy="3200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 실습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45171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제어 및 SET/GET으로 데이터 저장·조회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환경 준비 &amp;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 설치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Windows에서 WSL을 통해 리눅스 환경을 마련하고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저장소를 등록해 최신 버전의 Redis를 설치합니다.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· ENVIRONMENT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WSL로 리눅스 환경 구축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" cy="301752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WSL이란?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Subsystem for Linux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560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윈도우 환경에서 리눅스 커널의 일부 기능을 그대로 사용할 수 있도록 해주는 호환 계층입니다.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383280"/>
            <a:ext cx="3474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74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7307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후 재부팅 필요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PowerShell에서 Ubuntu 구동 가능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리눅스용 Redis 패키지 그대로 사용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6344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COMMAND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783080"/>
            <a:ext cx="393192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178308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8928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PowerShell을 관리자 권한으로 실행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wsl --install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완료 후 시스템 재부팅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6344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재부팅 후 확인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3401568"/>
            <a:ext cx="3931920" cy="114300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3401568"/>
            <a:ext cx="45720" cy="11430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511296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WSL 버전 확인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wsl --list --verbose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 진입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wsl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· INSTALLATION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패키지 설치 3단계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 등록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공식 GPG 키를 내려받아 apt 저장소로 등록합니다.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2286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29184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015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-fsSL https://packages.redis.io/gpg \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sudo gpg --dearmor -o \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/usr/share/keyrings/redis-archive-keyring.gpg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14630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46304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6" name="Shape 14"/>
          <p:cNvSpPr/>
          <p:nvPr/>
        </p:nvSpPr>
        <p:spPr>
          <a:xfrm>
            <a:off x="3584448" y="173736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17" name="Text 15"/>
          <p:cNvSpPr/>
          <p:nvPr/>
        </p:nvSpPr>
        <p:spPr>
          <a:xfrm>
            <a:off x="35844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15968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목록 갱신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84448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캐시를 업데이트해야 방금 추가한 저장소가 반영됩니다.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38728" y="3291840"/>
            <a:ext cx="2286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9"/>
          <p:cNvSpPr/>
          <p:nvPr/>
        </p:nvSpPr>
        <p:spPr>
          <a:xfrm>
            <a:off x="3538728" y="329184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2" name="Text 20"/>
          <p:cNvSpPr/>
          <p:nvPr/>
        </p:nvSpPr>
        <p:spPr>
          <a:xfrm>
            <a:off x="3721608" y="34015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update를 먼저 안 하고 install하면 실패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apt-get update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3056" y="1463040"/>
            <a:ext cx="2651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63056" y="1463040"/>
            <a:ext cx="2651760" cy="73152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391656" y="1737360"/>
            <a:ext cx="640080" cy="640080"/>
          </a:xfrm>
          <a:prstGeom prst="ellipse">
            <a:avLst/>
          </a:prstGeom>
          <a:solidFill>
            <a:srgbClr val="DC382D"/>
          </a:solidFill>
          <a:ln/>
        </p:spPr>
      </p:sp>
      <p:sp>
        <p:nvSpPr>
          <p:cNvPr id="26" name="Text 24"/>
          <p:cNvSpPr/>
          <p:nvPr/>
        </p:nvSpPr>
        <p:spPr>
          <a:xfrm>
            <a:off x="639165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23176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설치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91656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apt-get을 통해 redis-server와 redis-cli가 함께 설치됩니다.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45936" y="3291840"/>
            <a:ext cx="2286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3291840"/>
            <a:ext cx="45720" cy="11887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1" name="Text 29"/>
          <p:cNvSpPr/>
          <p:nvPr/>
        </p:nvSpPr>
        <p:spPr>
          <a:xfrm>
            <a:off x="6528816" y="340156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apt-get install redis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수많은 의존 패키지가 함께 설치됨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 rot="5400000">
            <a:off x="3246120" y="2880360"/>
            <a:ext cx="182880" cy="228600"/>
          </a:xfrm>
          <a:prstGeom prst="rightTriangle">
            <a:avLst/>
          </a:prstGeom>
          <a:solidFill>
            <a:srgbClr val="DC382D"/>
          </a:solidFill>
          <a:ln/>
        </p:spPr>
      </p:sp>
      <p:sp>
        <p:nvSpPr>
          <p:cNvPr id="33" name="Shape 31"/>
          <p:cNvSpPr/>
          <p:nvPr/>
        </p:nvSpPr>
        <p:spPr>
          <a:xfrm rot="5400000">
            <a:off x="6053328" y="2880360"/>
            <a:ext cx="182880" cy="228600"/>
          </a:xfrm>
          <a:prstGeom prst="rightTriangle">
            <a:avLst/>
          </a:prstGeom>
          <a:solidFill>
            <a:srgbClr val="DC382D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환경 구성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레벨 튜닝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Redis가 운영 환경에서 안정적으로 동작하기 위해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리눅스 커널 레벨에서 조정해야 하는 4가지 설정을 다룹니다.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환경 설정 4가지 핵심 항목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성능과 안정성에 직접적인 영향을 주는 OS 레벨 설정들입니다. 각 항목의 배경과 이유를 함께 살펴봅니다.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7627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7320" y="23042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디스크립터 한도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maxclients 10000을 수용하려면 FD가 최소 10032 이상 필요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82880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182880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0600" y="205740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17627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2011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THP 비활성화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440680" y="230428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Huge Page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2651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페이지 관리가 오히려 Redis 레이턴시를 증가시키는 현상 방지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29184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329184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352044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639312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overcommit_memory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417320" y="37673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메커니즘 대응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77240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 시 발생하는 일시적 메모리 초과 할당을 허용하도록 변경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572000" y="3291840"/>
            <a:ext cx="3840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0" y="3291840"/>
            <a:ext cx="54864" cy="13258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9" name="Shape 24"/>
          <p:cNvSpPr/>
          <p:nvPr/>
        </p:nvSpPr>
        <p:spPr>
          <a:xfrm>
            <a:off x="4800600" y="3520440"/>
            <a:ext cx="502920" cy="502920"/>
          </a:xfrm>
          <a:prstGeom prst="ellipse">
            <a:avLst/>
          </a:prstGeom>
          <a:solidFill>
            <a:srgbClr val="FCE4E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63931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474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Backlog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5440680" y="376732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somaxconn · syn_backlog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800600" y="4114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redis.conf의 tcp-backlog 511 값을 커널이 수용할 수 있도록 상향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01 /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 · 최대 클라이언트 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&amp; 이유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Redis의 기본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maxclients = 10000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설정은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디스크립터(FD)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수에 직접 영향을 받습니다.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프로세스는 내부 용도로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32개의 FD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예약해 사용합니다. 따라서 서버의 FD가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10032 미만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이면 maxclients가 자동으로 축소됩니다.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의도한 동시 접속 수를 보장하려면 FD 한도를 먼저 넉넉히 확보해야 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4114800" cy="502920"/>
          </a:xfrm>
          <a:prstGeom prst="rect">
            <a:avLst/>
          </a:prstGeom>
          <a:solidFill>
            <a:srgbClr val="FCE4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60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필요 FD 수  =  </a:t>
            </a:r>
            <a:pPr algn="ctr"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maxclients</a:t>
            </a:r>
            <a:pPr algn="ctr"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32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&amp; 설정 명령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719072"/>
            <a:ext cx="3749040" cy="1005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719072"/>
            <a:ext cx="45720" cy="10058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현재 open files 한도 확인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ulimit -a | grep open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files    (-n)    1024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/etc/security/limits.conf 에 추가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182112"/>
            <a:ext cx="3749040" cy="14630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3182112"/>
            <a:ext cx="45720" cy="14630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291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모든 유저 · hard/soft 모두 10만으로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hard    nofile    100000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soft    nofile    100000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재로그인 후 다시 ulimit -a 로 확인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02 /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THP (Transparent Huge Page) 비활성화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THP를 끄는가?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페이지 = 4KB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용량이 커지면 TLB 테이블도 커지고, 관리 오버헤드가 증가합니다.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THP 기능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페이지를 크게(2MB) 합쳐 자동 관리해 오버헤드를 줄이기 위해 도입되었습니다.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그러나 DB에서는 역효과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Redis처럼 fork·COW가 빈번한 DB는 오히려 퍼포먼스가 떨어지고 레이턴시가 치솟는 현상이 발생합니다.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일시적 비활성화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840480" cy="8686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783080"/>
            <a:ext cx="45720" cy="8686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928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root 권한으로 실행해야 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never &gt; \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/sys/kernel/mm/transparent_hugepage/enabled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영구 비활성화 · /etc/rc.local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840480" cy="10972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3108960"/>
            <a:ext cx="45720" cy="10972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1868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test -f /sys/kernel/mm/transparent_hugepage/enabled; then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never &gt; /sys/kernel/mm/transparent_hugepage/enabled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4297680"/>
            <a:ext cx="3840480" cy="365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4297680"/>
            <a:ext cx="45720" cy="3657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4407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chmod +x /etc/rc.d/rc.local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03 /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vm.overcommit_memory · COW 대응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(Copy On Write) 개념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DC382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11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01168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14171C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0116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(fork)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28600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2788920"/>
            <a:ext cx="3749040" cy="411480"/>
          </a:xfrm>
          <a:prstGeom prst="rect">
            <a:avLst/>
          </a:prstGeom>
          <a:solidFill>
            <a:srgbClr val="FEF3F2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메모리 페이지 (같은 페이지를 참조)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쓰기 발생 시점에 페이지 복사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Redis는 디스크 저장 시 fork()로 백그라운드 프로세스를 만들고, 부모 프로세스의 데이터 변경마다 해당 페이지를 복사합니다. 변경이 많을수록 메모리 사용이 급격히 치솟을 수 있습니다.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해결책: overcommit_memory =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기본값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필요량 초과 할당 제한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권장값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fork 시 순간적 초과 허용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적용 (재부팅 없이)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862072"/>
            <a:ext cx="3657600" cy="5029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862072"/>
            <a:ext cx="45720" cy="5029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sysctl vm.overcommit_memory=1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적용 · /etc/sysctl.conf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776472"/>
            <a:ext cx="3657600" cy="8686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776472"/>
            <a:ext cx="45720" cy="86868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8862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sysctl.conf 파일 말미에 추가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vm.overcommit_memory =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04 /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somaxconn · syn_backlog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8229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tcp-backlog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파라미터는 Redis가 클라이언트 연결을 받는 TCP 백로그 큐 크기입니다. 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redis.conf의 값(기본 511)은 OS의 </a:t>
            </a:r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somaxconn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 </a:t>
            </a:r>
            <a:pPr indent="0" marL="0"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syn_backlog</a:t>
            </a:r>
            <a:pPr indent="0" marL="0"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값보다 클 수 없습니다.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값 확인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931920" cy="1280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697480"/>
            <a:ext cx="45720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072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TCP SYN backlog 확인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sysctl -a | grep syn_backlog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소켓 최대 연결 대기 큐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sysctl -a | grep somaxconn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설정 · /etc/sysctl.conf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97480"/>
            <a:ext cx="3931920" cy="1280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2697480"/>
            <a:ext cx="45720" cy="128016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80720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tcp-backlog 기본 511 이상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net.core.somaxconn = 1024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net.ipv4.tcp_max_syn_backlog = 1024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EF3F2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79392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41605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1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sysctl -p 또는 sysctl &lt;키&gt;=&lt;값&gt; 명령으로 재부팅 없이 커널 파라미터를 즉시 반영할 수 있습니다.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redis.conf 주요 파라미터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실행 시 redis.conf를 읽어 초기 설정을 구성합니다. 보안과 네트워크 접근 관련 파라미터를 우선 숙지해 두어야 합니다.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44805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클라이언트 접속 허용 포트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127.0.0.1 -::1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접근 허용 IP (0.0.0.0 은 모든 IP, 보안 주의)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protected-mode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패스워드 없으면 로컬 연결만 수신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requirepass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접속 패스워드 · masterauth와 동일값 권장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daemonize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yes 로 변경 시 백그라운드 데몬 실행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C38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F26"/>
                          </a:solidFill>
                        </a:rPr>
                        <a:t>로그·백업 등 Redis 작업 디렉터리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0" cy="1463040"/>
          </a:xfrm>
          <a:prstGeom prst="line">
            <a:avLst/>
          </a:prstGeom>
          <a:noFill/>
          <a:ln w="25400">
            <a:solidFill>
              <a:srgbClr val="DC38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레디스 실행 &amp;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566160" y="2651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명령어 실습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시작/종료, redis-cli 접속,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SET/GET으로 첫 데이터를 저장해 봅니다.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· CHAPTER 02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제어 &amp; redis-cli 접속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프로세스 시작 / 종료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2350008"/>
            <a:ext cx="3474720" cy="5029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350008"/>
            <a:ext cx="45720" cy="5029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2459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service redis-server start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" y="3218688"/>
            <a:ext cx="3474720" cy="5029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3218688"/>
            <a:ext cx="45720" cy="50292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service redis-server stop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77240" y="3840480"/>
            <a:ext cx="3474720" cy="640080"/>
          </a:xfrm>
          <a:prstGeom prst="rect">
            <a:avLst/>
          </a:prstGeom>
          <a:solidFill>
            <a:srgbClr val="FEF3F2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840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 shutdown 은 인증·설정에 따라 실패할 수 있으므로 service 명령 사용이 안전합니다.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146304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463040"/>
            <a:ext cx="54864" cy="3108960"/>
          </a:xfrm>
          <a:prstGeom prst="rect">
            <a:avLst/>
          </a:prstGeom>
          <a:solidFill>
            <a:srgbClr val="DC382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4592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578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 접속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892040" y="2103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모드 · IP 생략 시 127.0.0.1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892040" y="2350008"/>
            <a:ext cx="3474720" cy="1005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5" name="Shape 21"/>
          <p:cNvSpPr/>
          <p:nvPr/>
        </p:nvSpPr>
        <p:spPr>
          <a:xfrm>
            <a:off x="4892040" y="2350008"/>
            <a:ext cx="45720" cy="10058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26" name="Text 22"/>
          <p:cNvSpPr/>
          <p:nvPr/>
        </p:nvSpPr>
        <p:spPr>
          <a:xfrm>
            <a:off x="5074920" y="245973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redis-cli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PING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92040" y="34747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단발성 명령 (one-shot)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892040" y="3730752"/>
            <a:ext cx="3474720" cy="7772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9" name="Shape 25"/>
          <p:cNvSpPr/>
          <p:nvPr/>
        </p:nvSpPr>
        <p:spPr>
          <a:xfrm>
            <a:off x="4892040" y="3730752"/>
            <a:ext cx="45720" cy="7772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redis-cli PING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PONG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COMMANDS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저장 &amp; 조회 · SET / GET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저장 구조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DC38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10312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78308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14171C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8036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은 Key-Value 쌍을 Redis에 저장하고,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C38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은 Key로 Value를 조회합니다.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등록되지 않은 Key를 GET 하면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(nil)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반환됩니다. 정상 동작의 일부입니다.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실행 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83080"/>
            <a:ext cx="3749040" cy="28346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783080"/>
            <a:ext cx="45720" cy="283464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892808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Key-Value 저장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SET hello world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Key로 Value 조회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GET hello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"world"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C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등록되지 않은 Key 조회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127.0.0.1:6379&gt; GET nothing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3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(nil)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C38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0876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준비는 순서대로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설치 → 저장소 등록 → apt update → apt install.  update를 빠뜨리면 install이 실패합니다.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40680" y="17099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튜닝이 성능을 결정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40680" y="21305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maxclients에 맞는 FD 한도, THP OFF, overcommit_memory=1, tcp-backlog를 지원하는 somaxconn.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redis.conf는 보안이 먼저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93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· protected-mode · requirepass 를 기본값 그대로 두면 외부 노출 시 큰 위험이 됩니다.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4068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명령으로 안전하게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40680" y="35935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start/stop은 service 명령을 기본값으로 사용하고, cli shutdown은 보조 수단으로 활용하세요.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12700">
            <a:solidFill>
              <a:srgbClr val="DC38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개발자를 위한 레디스 - 2장 실습</dc:title>
  <dc:subject>PptxGenJS Presentation</dc:subject>
  <dc:creator>정수</dc:creator>
  <cp:lastModifiedBy>정수</cp:lastModifiedBy>
  <cp:revision>1</cp:revision>
  <dcterms:created xsi:type="dcterms:W3CDTF">2026-04-21T13:28:05Z</dcterms:created>
  <dcterms:modified xsi:type="dcterms:W3CDTF">2026-04-21T13:28:05Z</dcterms:modified>
</cp:coreProperties>
</file>